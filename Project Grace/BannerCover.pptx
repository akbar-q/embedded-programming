
<file path=[Content_Types].xml><?xml version="1.0" encoding="utf-8"?>
<Types xmlns="http://schemas.openxmlformats.org/package/2006/content-types">
  <Default Extension="jpeg" ContentType="image/jpeg"/>
  <Default Extension="jpg&amp;f=1&amp;nofb=1&amp;ipt=a913a18b38fed9f18245ddeaadfc16da456dad50ba5ac881404cee1bca2b7d6b&amp;ipo=images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79" y="3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422A-AED2-0C9B-B0EB-27ADD296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9B95D-4174-65C6-ED56-9BF436BE2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60372-7270-632D-BF2F-BE74EA1B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FEAD0-06B6-96B5-8133-CDE951F6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5DCAA-597D-1707-B9E9-6902ABC0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98411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184E-5938-CEA5-9F0D-D1D2CCA8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A570A-D083-B603-DF3A-5490FDBA6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DC7BB-37F2-146D-286C-8638C396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AB08C-738A-E8A5-71E7-A7B9E9DF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F6459-692D-E41A-8759-DCB85810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434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E9ED2-A0EB-3145-BD24-363C84689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8CDD2-FCD8-B2C1-E7F3-B3AC7037B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6F557-C84E-7C59-FD2C-9DC366D92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73B66-B65E-273D-34A4-C27ED471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8142D-7648-898A-6B2A-06C518A3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3555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201F-522D-8DEE-9F95-98654EB4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284FA-BC7C-126D-05DC-E391770A1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BB7D9-20D5-B0D1-C495-CA16AE9F5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F2F64-D54C-3062-5541-828CD955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F3B3F-8694-0684-68DE-E5167DF3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BA400-CE3C-7A81-A936-72DB4421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009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647B-324E-BB5D-5198-18D76F49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D3B0E-A838-7BC5-BC75-786AF0278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E106D-8861-4B00-802B-C17B9635C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236D01-02D2-9296-5F3C-D8DD83B23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D26246-00DF-0445-3071-261173253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55356-2608-AD3D-1347-29F17067E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0549B-1F36-8155-7BB5-9670845F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B35BF-CD9B-D484-2C3D-34F8FAC9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2800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C287-13D1-5785-7E14-A0EBD9D4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A5179-0529-3621-9733-597853EB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402A0-48C2-09AB-9FD5-1471524DB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6C5C9-80C7-F258-CB1E-26D2D6B8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4817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555EC-D574-D975-47A9-5447E656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8A2D6-5BD1-DED5-F260-29D4B772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9A8ED-1873-C413-AEDC-AC09FD6A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54835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9533-9D5F-AD43-D905-D208E927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D5014-C0A8-6218-30D5-81A2A47EC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56AFF-DA1A-0672-8109-FB5693283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E19FE-4E59-6C15-29E2-1F97A6CB3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C74D4-8278-CF7A-12B6-591D9637E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44097-65BF-504C-464E-C10BD3F6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6223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9D3B-933B-0565-A49C-C211632B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7552A3-5359-86A2-95E2-2FDB669C7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EBE80-BDE5-AEBB-48CA-48A5141B7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A1283-F2F3-C4BE-57A9-0FC0459A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81B04-A111-CBB3-6A8B-8B448E8CC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3FFDD-D077-F1A6-15B0-8053C210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0403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C86F-0495-6ECB-7CBB-8883CE6C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CBBD6-8755-54F1-E3B0-6B840F334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42682-745B-5C39-C3BD-DDA92FF7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A28FE-CEEA-FF5A-7383-7F01EE34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2E135-81F1-65B8-8B2D-71A5B61B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279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051EB4-A267-DC9E-B061-CE6DA33D0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584CF-5288-5C3C-CE11-66FB79E57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1809C-1C4F-CE5A-DD03-C42225DE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D13A3-C37D-1DC9-EECF-36583285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A91A1-D1A4-2540-657A-2B47F7EC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3377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51C2E-0112-1C28-7934-918AA19F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9D78D-885A-BB5F-9DFB-BCFB54B86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F1410-5104-32C7-0B5B-977F1F8C5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9C9A2-E64A-4F4E-927E-813176B826C3}" type="datetimeFigureOut">
              <a:rPr lang="en-AE" smtClean="0"/>
              <a:t>30/09/2026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E3EF2-2024-5AD1-F99A-069D49348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AB9AD-61A6-C720-CAB2-BA56A6DD4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AF11C-03E0-44B5-B08B-7F9ECEB51A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0498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&amp;f=1&amp;nofb=1&amp;ipt=a913a18b38fed9f18245ddeaadfc16da456dad50ba5ac881404cee1bca2b7d6b&amp;ipo=images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ownload Abstract Blue Abstract Blue 4k Ultra HD Wallpaper">
            <a:extLst>
              <a:ext uri="{FF2B5EF4-FFF2-40B4-BE49-F238E27FC236}">
                <a16:creationId xmlns:a16="http://schemas.microsoft.com/office/drawing/2014/main" id="{4B30784E-CB76-2BE0-5340-4E68DC791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22" b="42856"/>
          <a:stretch>
            <a:fillRect/>
          </a:stretch>
        </p:blipFill>
        <p:spPr>
          <a:xfrm>
            <a:off x="1229096" y="1388371"/>
            <a:ext cx="9635639" cy="39567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8BC807-A80A-E385-ED43-CD55CF021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Goudy Old Style" panose="02020502050305020303" pitchFamily="18" charset="0"/>
              </a:rPr>
              <a:t>Project Grace</a:t>
            </a:r>
            <a:endParaRPr lang="en-AE" dirty="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7BF87-BD6E-39B1-13E4-89F822FBA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LilyUPC" panose="020B0604020202020204" pitchFamily="34" charset="-34"/>
                <a:cs typeface="LilyUPC" panose="020B0604020202020204" pitchFamily="34" charset="-34"/>
              </a:rPr>
              <a:t>By the Power of Grace God, I have the Power</a:t>
            </a:r>
            <a:endParaRPr lang="en-AE" dirty="0">
              <a:solidFill>
                <a:schemeClr val="bg1"/>
              </a:solidFill>
              <a:latin typeface="LilyUPC" panose="020B0604020202020204" pitchFamily="34" charset="-34"/>
              <a:cs typeface="Lily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4544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FD363B-A504-D1F5-6B59-5091970A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392"/>
            <a:ext cx="12192000" cy="533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83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6DF651-A454-81CB-C661-DAC4FA661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398F40-3E37-2AE5-B9DA-0F624C20C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61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Goudy Old Style</vt:lpstr>
      <vt:lpstr>LilyUPC</vt:lpstr>
      <vt:lpstr>Office Theme</vt:lpstr>
      <vt:lpstr>Project Grace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Akbar</dc:creator>
  <cp:lastModifiedBy>Akbar</cp:lastModifiedBy>
  <cp:revision>3</cp:revision>
  <dcterms:created xsi:type="dcterms:W3CDTF">2026-09-30T18:38:49Z</dcterms:created>
  <dcterms:modified xsi:type="dcterms:W3CDTF">2026-09-30T18:56:48Z</dcterms:modified>
</cp:coreProperties>
</file>